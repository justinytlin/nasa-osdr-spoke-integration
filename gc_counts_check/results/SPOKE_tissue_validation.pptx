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Control gene counts mapped to SPOKE 2025  |  Justin Lin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Does a control transcriptome point at its own tissue in SPOKE?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validated configuration for projecting NASA OSDR mouse gene counts onto the SPOKE knowledge graph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Justin Lin  ·  104 control sets, 31 tissues, 916 samples  ·  SPOKE 2025-03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Why control samples, and why anatomy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use SPOKE embeddings (PSEVs) of OSDR mouse RNA-seq for downstream models of spaceflight effects.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Before trusting any flight result, the projection must recover something we already know: the tissue the sample came from.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Control samples carry no spaceflight signal, so their Anatomy-node ranking is a built-in positive control.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dataset is judged on its own: no dataset is compared with another.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Scope: every mouse bulk RNA-seq study on OSDR with GeneLab counts and a control group: 94 studies, 104 control sets, 31 tissues, 916 samples (83 spaceflight ground controls, 21 ground-analog baselines).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0" y="1463040"/>
            <a:ext cx="3931920" cy="4206240"/>
          </a:xfrm>
          <a:prstGeom prst="roundRect">
            <a:avLst>
              <a:gd name="adj" fmla="val 3488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45920"/>
            <a:ext cx="3566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104</a:t>
            </a:r>
            <a:endParaRPr lang="en-US" sz="5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control datasets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31</a:t>
            </a:r>
            <a:endParaRPr lang="en-US" sz="5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tissues</a:t>
            </a:r>
            <a:endParaRPr lang="en-US" sz="54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13,895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Anatomy nodes in SPOKE, 60 with enough gene edges to test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Pipeline: counts to a tissue verdict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Counts → weights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GeneLab RSEM counts, control columns only. CPM per sample; keep genes with CPM ≥ 1; weight = log2(CPM + 1).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86584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86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134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Mouse → SPOKE genes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Ensembl → mouse Entrez (GeneLab annotation) → human Entrez (HomoloGene 68) → SPOKE Gene node.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0098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PSEV projection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Per gene: z-score its PSEV over the dataset's genes, rank the 547,869 nodes within the gene. Per sample: weighted mean of ranks over all genes.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8853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Baseline correction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Re-run with every gene weighted 1 (the uniform profile); subtract it scaled by the sample's mean weight.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7608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Rank &amp; test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Primary: rank of the tissue's own node among the 60 gene-linked Anatomy nodes. Secondary: UBERON family vs all Anatomy nodes (QQ plot, Mann-Whitney U, KS). Fallback: the tissue's cell type among 2,745 CellType nodes.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Three findings that shaped the configuration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1. The raw ranking is mostly baseline   ·   2. Few Anatomy nodes carry gene links   ·   3. Edge type decides everything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1: the raw ranking is mostly the graph, not the sample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 liver dataset's raw Anatomy ranking correlates at Spearman 0.93 with the ranking you get when every gene is weighted equally.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Liver, kidney, spleen, retina, heart, cerebellum and muscle datasets agree with one another at a median of 0.87; one shared component carries 71 % of their variance. The same five kidney-cortex nodes head every one of them.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Cause: all weights are positive, so a node's score is dominated by its average rank across genes, a fixed property of the graph.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Fix (within each dataset): subtract the score the node gets when every gene is weighted equally. What remains is the covariance between expression and the node's gene links.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6636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dataset OSD-245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lobe of liver, of 13,895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lobe of liver, of 60 linked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 of kidney, of 13,895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../datasets/OSD-245__2025upAuG/corrected_ontology/A_qq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846320" cy="50017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0" y="61996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Liver family (70 UBERON nodes) after correction: median percentile 0.3, all 19 samples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2: only a few dozen Anatomy nodes carry gene links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SPOKE loads all of UBERON (13,895 Anatomy nodes), but Anatomy–Gene edges come from human expression atlases with small tissue panels: 92 nodes have any such edge, 72 have up-regulation edges, 60 have at least 200 of them.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panel is GTEx-style ('right lobe of liver', 'upper lobe of left lung', 'skin of leg'). Retina, thymus, bone marrow, eye and placenta have no linked node at all.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other node scores second-hand through the ontology. The honest test is: among the linked nodes, where does the tissue's own node rank?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 the full graph that test exposes a connectivity artifact: a node's rank in its own tissue is predicted by how many edges it has (Spearman −0.95). The most lightly linked nodes top almost every dataset; liver ranks 35 of 92, spleen 75, blood 82.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3: edge type is the cause, and 'upregulates' edges fix it</a:t>
            </a:r>
            <a:endParaRPr lang="en-US" sz="2800" dirty="0"/>
          </a:p>
        </p:txBody>
      </p:sp>
      <p:pic>
        <p:nvPicPr>
          <p:cNvPr id="3" name="Image 0" descr="../results/pilot_stage2_builds_2025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035040" cy="5020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128016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PSEV walk uses a binary adjacency: an 'expresses', 'downregulates' or 'upregulates' edge counts the same.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1.58 M blanket 'expresses' edges (blood → 18,879 of 19,072 genes), 494 k 'downregulates', 86 k 'upregulates' (log2 fold-change ≥ 1, median 1.6).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Full graph: lightly linked nodes win everywhere (connectivity Spearman −0.95).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Without 'expresses' but with 'downregulates': fails everywhere.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Housekeeping genes removed, full graph: no change. The problem is in the edges, not the genes.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'Upregulates' only: every testable tissue's own node in the top three, connectivity correlation gone (−0.18), no node wins everywhere.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validated configuration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Same pipeline, different edge set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Validated configuration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 2025-03 snapshot, gene PSEVs built with only the 85,530 UPREGULATES Anatomy–Gene edges; every other edge type unchanged (547,869 nodes)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log2(CPM + 1) per gene and sample, CPM ≥ 1 filter, mouse → human by HomoloGene build 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rank-based PSEV projection with within-dataset baseline correction (uniform-weight profile subtracted)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Anatomy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of the tissue's own node among the 60 Anatomy nodes with ≥ 200 up-regulation edges; CLEAR = 1st, PARTIAL = top 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Cell-type 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tissues without a linked Anatomy node: rank of the matching CellType node among 2,745 (59 carry gene edges)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UBERON-defined tissue family vs all other Anatomy nodes: QQ plot, one-sided Mann-Whitney U and KS, per-sample consistency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rejected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projection, hub-matched permutation null, housekeeping-gene removal: none changed the failing tissues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Results: 104 datasets on the validated configuration</a:t>
            </a:r>
            <a:endParaRPr lang="en-US" sz="2800" dirty="0"/>
          </a:p>
        </p:txBody>
      </p:sp>
      <p:pic>
        <p:nvPicPr>
          <p:cNvPr id="3" name="Image 0" descr="../results/tissue_overview_2025upAuG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749040" cy="509320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Own-node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1st (CLEAR)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2nd–7th (PARTIAL)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7th (NONE)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linked Anatomy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0" y="3108960"/>
            <a:ext cx="7223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1st in every dataset: liver (14/14), all five hindlimb muscles (20/20), cerebrum, brain, white adipose, blood; kidney 4/6 (the other two 2nd); cerebellum 2/3; skin 1/7 + 6 at 2nd–4th.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Consistent near-misses behind a related node: spleen 2nd (blood) in 6/8, heart 2nd (gastrocnemius) in 6/6, adrenal 2nd–3rd (aorta), lung 4th–6th (aorta, arteries), hippocampus 4th (prefrontal cortex).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Failures: one colon set and brown adipose.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Ground-analog baselines behave like spaceflight ground controls (11 CLEAR / 6 PARTIAL / 4 no node).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Tissue coverage in three groups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0"/>
                <a:gridCol w="2743200"/>
              </a:tblGrid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validated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liver, kidney, heart, spleen, lung, adrenal gland, skin, brain, cerebrum, cerebellum, hippocampus, white adipose, blood, mammary gland, gastrocnemius, soleus, quadriceps, tibialis anterior, extensor digitorum longus, colon (weak)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Anatomy node among the 60 linked nodes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8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by cell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retina (photoreceptor cell, rank 1 in 4/5, 2 in the fifth), bone marrow (monocyte, 1), placenta (syncytiotrophoblast, 1), cecum (Paneth cell, 2); thymus weak (T cell, median 17 of 2,745); eye marginal (rod cell, 15–23)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CellType node among 2,745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A0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bone, mandible, temporal bone, optic nerve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Anatomy or CellType node with gene edges; only ontology-neighbour proxies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27 of 31 tissues have a direct within-dataset test; thymus, eye, colon and brown adipose carry an explicit 'weak' label.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Why the gaps: expression edges come from human atlases (GTEx-style sites); GTEx never sampled thymus, retina, bone marrow or placenta, and no atlas edge exists for bone.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Example: liver (OSD-245, 19 ground controls)</a:t>
            </a:r>
            <a:endParaRPr lang="en-US" sz="2800" dirty="0"/>
          </a:p>
        </p:txBody>
      </p:sp>
      <p:pic>
        <p:nvPicPr>
          <p:cNvPr id="3" name="Image 0" descr="../datasets/OSD-245__2025/corrected_linked_2025/A_linked_n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572000" cy="4754880"/>
          </a:xfrm>
          <a:prstGeom prst="rect">
            <a:avLst/>
          </a:prstGeom>
        </p:spPr>
      </p:pic>
      <p:pic>
        <p:nvPicPr>
          <p:cNvPr id="4" name="Image 1" descr="../datasets/OSD-245__2025upAuG/corrected_linked_2025upAuG60/A_linked_no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17320"/>
            <a:ext cx="4754880" cy="47548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Full graph, all Anatomy–Gene edges: best liver node 35th of 92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94944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Upregulates edges only: right lobe of liver 1st of 60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120640" y="27432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samples,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weights,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scoring.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the edge set differs.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same ten tissues on four edge sets of the 2025 graph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148840"/>
                <a:gridCol w="2148840"/>
                <a:gridCol w="2148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edges (92 linked)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'expresses' (73)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housekeeping removed (92)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'upregulates' only (44)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adrenal gland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cerebellum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adipose tissue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Spearman(link weight, own rank)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257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Rank of the tissue's own gene-linked node among that edge set's linked nodes (pooled over the dataset's samples; 'no node' = the tissue has no linked node on that edge set). Only the Anatomy–Gene edge types change between columns.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 and caveats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Coverage follows the human atlases: 60 testable Anatomy nodes, 59 cell types. Mouse tissues are validated through human counterparts.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Residual hubs: gastrocnemius is in the top four of 43 datasets, sinoatrial myocytes in a quarter of cell-type rankings; they edge out heart and adrenal gland.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Family definitions are ontology-based (UBERON is-a / part-of) and still mix parenchyma with vessels and primordia for some organs.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Small sets: several tissues have one dataset; OSD-270 heart has two samples; OSD-289 'GC' includes vivarium controls.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RR-1 thymus and liver counts share a strong technical factor (replicates pair across tissues at r ≈ 0.99).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Direction is lost: 'downregulates' edges had to be dropped because the walk is unsigned. A signed or two-node representation would recover them.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Freeze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Configuration, tissue table, pipeline and methods are committed; the standalone repository runs the check on any counts table.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91840" y="146304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164592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Benchmark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Tissue classifier on corrected SPOKE vectors vs gene expression, held out by study: tests cross-study transfer and whether tissue identity survives outside the Anatomy nodes.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64592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Flight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Project the flight samples with the same pipeline, confirm the tissue still ranks first, then test flight vs ground within study and tissue, starting from known effects.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961120" y="146304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0" y="164592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</a:t>
            </a:r>
            <a:endParaRPr lang="en-US" sz="3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Graph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Background experiment: rebuild with only up-regulation edges of log2 fold-change ≥ 2; add mouse atlas edges only if thymus or bone become important.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Methods and every number: GC Counts Check/README.md and METHODS.md  ·  pipeline: github.com/justinytlin/SPOKE-GeneCounts-Anatomy-Pipeline  ·  project: github.com/justinytlin/NASA-OSDR-SPOKE-Integration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KE Tissue">
  <a:themeElements>
    <a:clrScheme name="SPOKE Tissue">
      <a:dk1>
        <a:srgbClr val="1B2A41"/>
      </a:dk1>
      <a:lt1>
        <a:srgbClr val="FFFFFF"/>
      </a:lt1>
      <a:dk2>
        <a:srgbClr val="0F4C5C"/>
      </a:dk2>
      <a:lt2>
        <a:srgbClr val="E8EEF2"/>
      </a:lt2>
      <a:accent1>
        <a:srgbClr val="0F4C5C"/>
      </a:accent1>
      <a:accent2>
        <a:srgbClr val="E36414"/>
      </a:accent2>
      <a:accent3>
        <a:srgbClr val="5F8D4E"/>
      </a:accent3>
      <a:accent4>
        <a:srgbClr val="9A031E"/>
      </a:accent4>
      <a:accent5>
        <a:srgbClr val="FB8B24"/>
      </a:accent5>
      <a:accent6>
        <a:srgbClr val="3A6EA5"/>
      </a:accent6>
      <a:hlink>
        <a:srgbClr val="0F4C5C"/>
      </a:hlink>
      <a:folHlink>
        <a:srgbClr val="5F8D4E"/>
      </a:folHlink>
    </a:clrScheme>
    <a:fontScheme name="SPOKE Tiss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Control-sample tissue identity in SPOKE</dc:title>
  <dc:subject>PptxGenJS Presentation</dc:subject>
  <dc:creator>Justin Lin</dc:creator>
  <cp:lastModifiedBy>Justin Lin</cp:lastModifiedBy>
  <cp:revision>1</cp:revision>
  <dcterms:created xsi:type="dcterms:W3CDTF">2026-10-13T23:51:22Z</dcterms:created>
  <dcterms:modified xsi:type="dcterms:W3CDTF">2026-10-13T23:51:22Z</dcterms:modified>
</cp:coreProperties>
</file>